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8" r:id="rId5"/>
    <p:sldId id="269" r:id="rId6"/>
    <p:sldId id="263" r:id="rId7"/>
    <p:sldId id="261" r:id="rId8"/>
    <p:sldId id="270" r:id="rId9"/>
    <p:sldId id="271" r:id="rId10"/>
    <p:sldId id="272" r:id="rId11"/>
    <p:sldId id="273" r:id="rId12"/>
    <p:sldId id="275" r:id="rId13"/>
    <p:sldId id="274" r:id="rId14"/>
    <p:sldId id="276" r:id="rId15"/>
    <p:sldId id="262" r:id="rId16"/>
    <p:sldId id="277" r:id="rId17"/>
    <p:sldId id="278" r:id="rId18"/>
    <p:sldId id="264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16" y="1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0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Box office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Critical response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Accolades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37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F2C5-DFD5-5CF1-4A43-3011D6A8F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6D363-681C-1FEC-9703-78FB919FC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1DF5D-A4F8-4645-5B7E-C91A831E3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Box office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Critical response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Accolades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74BC8-A136-6953-6F1D-9BA01AE23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60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Home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09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9F6DD-9F02-0431-1A4C-F9A85615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9A64F-072F-074D-7CEF-C5F6386B5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337F4-EEF0-88A3-B145-309D32C86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Home media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498B-5BC9-18B6-68B2-C94824CCB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0E54-60B2-7611-457B-FE98EF16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FBD7E-D043-2CE3-FCC7-31451961D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428AE-DADC-E4F6-DFD8-7245274EB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Home media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76DF8-C5C9-0D0F-3A76-891C4DA88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8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talking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37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Quotes by Robots: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"No."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"What?"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"Yes."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"For what?"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"Thanks."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"Oh!"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"Or..."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"But..."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"No"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"Come on!"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3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oONcSgbaD9X0k0-0CMaOZCLKMwnZigFiKK7bTfDpvyY/edit?usp=sharing" TargetMode="External"/><Relationship Id="rId2" Type="http://schemas.openxmlformats.org/officeDocument/2006/relationships/hyperlink" Target="https://www.linkedin.com/in/frankden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oONcSgbaD9X0k0-0CMaOZCLKMwnZigFiKK7bTfDpvyY/edit?usp=sha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oONcSgbaD9X0k0-0CMaOZCLKMwnZigFiKK7bTfDpvyY/edit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NkGKJuTZxSQCzLnRU0R5H9DXuwgUENu/view?usp=drivesdk" TargetMode="External"/><Relationship Id="rId2" Type="http://schemas.openxmlformats.org/officeDocument/2006/relationships/hyperlink" Target="https://www.soinc.org/robot-tour-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NkGKJuTZxSQCzLnRU0R5H9DXuwgUENu/view?usp=drivesdk" TargetMode="External"/><Relationship Id="rId2" Type="http://schemas.openxmlformats.org/officeDocument/2006/relationships/hyperlink" Target="https://www.soinc.org/robot-tour-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inc.org/robot-tour-c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cord.gg/fPXJHnm9DE" TargetMode="External"/><Relationship Id="rId5" Type="http://schemas.openxmlformats.org/officeDocument/2006/relationships/hyperlink" Target="https://www.soinc.org/faq/robot-tour-div-c" TargetMode="External"/><Relationship Id="rId4" Type="http://schemas.openxmlformats.org/officeDocument/2006/relationships/hyperlink" Target="https://scioly.org/forums/viewforum.php?f=454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Robot Tour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2024-25 CVHS </a:t>
            </a:r>
            <a:r>
              <a:rPr lang="en-US" sz="2800" dirty="0" err="1"/>
              <a:t>Scioly</a:t>
            </a:r>
            <a:endParaRPr sz="2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3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Welcome and Introductions</a:t>
            </a:r>
          </a:p>
          <a:p>
            <a:r>
              <a:rPr lang="en-US" dirty="0"/>
              <a:t>Team goals</a:t>
            </a:r>
          </a:p>
          <a:p>
            <a:r>
              <a:rPr lang="en-US" dirty="0"/>
              <a:t>Overview of Robot tour</a:t>
            </a:r>
          </a:p>
          <a:p>
            <a:r>
              <a:rPr lang="en-US" dirty="0"/>
              <a:t>Timeline</a:t>
            </a:r>
          </a:p>
          <a:p>
            <a:r>
              <a:rPr lang="en-US" dirty="0"/>
              <a:t>Materials and Resources</a:t>
            </a:r>
          </a:p>
          <a:p>
            <a:r>
              <a:rPr lang="en-US" dirty="0"/>
              <a:t>Robot Design Discussion</a:t>
            </a:r>
          </a:p>
          <a:p>
            <a:r>
              <a:rPr lang="en-US" dirty="0"/>
              <a:t>Safety</a:t>
            </a:r>
          </a:p>
          <a:p>
            <a:r>
              <a:rPr lang="en-US" dirty="0"/>
              <a:t>Team Policies</a:t>
            </a:r>
          </a:p>
          <a:p>
            <a:r>
              <a:rPr lang="en-US" dirty="0"/>
              <a:t>Next steps and Assignments</a:t>
            </a:r>
          </a:p>
        </p:txBody>
      </p:sp>
    </p:spTree>
    <p:extLst>
      <p:ext uri="{BB962C8B-B14F-4D97-AF65-F5344CB8AC3E}">
        <p14:creationId xmlns:p14="http://schemas.microsoft.com/office/powerpoint/2010/main" val="3492522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Welcome!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Coaches</a:t>
            </a:r>
          </a:p>
          <a:p>
            <a:pPr lvl="1"/>
            <a:r>
              <a:rPr lang="en-US" dirty="0"/>
              <a:t>Frank Deng</a:t>
            </a:r>
          </a:p>
          <a:p>
            <a:pPr lvl="2"/>
            <a:r>
              <a:rPr lang="en-US" dirty="0">
                <a:hlinkClick r:id="rId2"/>
              </a:rPr>
              <a:t>https://www.linkedin.com/in/frankdeng/</a:t>
            </a:r>
            <a:endParaRPr lang="en-US" dirty="0"/>
          </a:p>
          <a:p>
            <a:pPr lvl="2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 RT coach</a:t>
            </a:r>
          </a:p>
          <a:p>
            <a:pPr lvl="1"/>
            <a:r>
              <a:rPr lang="en-US" dirty="0"/>
              <a:t>Bryce Deng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Team assignments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9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30023-6B03-A3ED-30B9-37070485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9EC38A-6711-499F-2B06-7B461EF96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2AE5A18-94BE-110A-BCF5-D66ACF0C3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09AEE-618B-6EF4-6611-46BB5841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Welcome!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D195A10-6BB0-032B-7781-5106B43C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931A-7ECD-9860-C790-7F96E6566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Green</a:t>
            </a:r>
          </a:p>
          <a:p>
            <a:pPr lvl="1"/>
            <a:r>
              <a:rPr lang="en-US" dirty="0"/>
              <a:t>Dylan Kwan</a:t>
            </a:r>
          </a:p>
          <a:p>
            <a:pPr lvl="1"/>
            <a:r>
              <a:rPr lang="en-US" dirty="0"/>
              <a:t>Jordan Tran</a:t>
            </a:r>
          </a:p>
          <a:p>
            <a:r>
              <a:rPr lang="en-US" dirty="0"/>
              <a:t>Blue</a:t>
            </a:r>
          </a:p>
          <a:p>
            <a:pPr lvl="1"/>
            <a:r>
              <a:rPr lang="en-US" dirty="0"/>
              <a:t>Brandon Li</a:t>
            </a:r>
          </a:p>
          <a:p>
            <a:pPr lvl="1"/>
            <a:r>
              <a:rPr lang="en-US" dirty="0"/>
              <a:t>Eden </a:t>
            </a:r>
            <a:r>
              <a:rPr lang="en-US" dirty="0" err="1"/>
              <a:t>Teclemariam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Team assignments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3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48981-9CB1-74B6-5A28-FEDE560B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10CBBD-895A-326A-A094-30BFC25AD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78A730-7F33-34EC-5B4D-C5C41052D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A2AD9-456D-256A-5634-0EF1F925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Welcome!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C732BB8-8B55-8CA3-257A-0247D035D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17264-A627-854C-B468-63DD97C47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Yellow</a:t>
            </a:r>
          </a:p>
          <a:p>
            <a:pPr lvl="1"/>
            <a:r>
              <a:rPr lang="en-US" dirty="0"/>
              <a:t>Arin Yang</a:t>
            </a:r>
          </a:p>
          <a:p>
            <a:pPr lvl="1"/>
            <a:r>
              <a:rPr lang="en-US" dirty="0"/>
              <a:t>Judah Chung</a:t>
            </a:r>
          </a:p>
          <a:p>
            <a:r>
              <a:rPr lang="en-US" dirty="0"/>
              <a:t>Purple</a:t>
            </a:r>
          </a:p>
          <a:p>
            <a:pPr lvl="1"/>
            <a:r>
              <a:rPr lang="en-US" dirty="0"/>
              <a:t>Bryce Deng</a:t>
            </a:r>
          </a:p>
          <a:p>
            <a:pPr lvl="1"/>
            <a:r>
              <a:rPr lang="en-US" dirty="0"/>
              <a:t>Tulasi Venkatesh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Team assignments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6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Team goals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Skills and knowledge</a:t>
            </a:r>
          </a:p>
          <a:p>
            <a:pPr lvl="1"/>
            <a:r>
              <a:rPr lang="en-US" dirty="0"/>
              <a:t>Mechanical and Electronics</a:t>
            </a:r>
          </a:p>
          <a:p>
            <a:pPr lvl="1"/>
            <a:r>
              <a:rPr lang="en-US" dirty="0"/>
              <a:t>Robotics engineering</a:t>
            </a:r>
          </a:p>
          <a:p>
            <a:pPr lvl="1"/>
            <a:r>
              <a:rPr lang="en-US" dirty="0"/>
              <a:t>Software development</a:t>
            </a:r>
          </a:p>
          <a:p>
            <a:r>
              <a:rPr lang="en-US" dirty="0"/>
              <a:t>Innovation</a:t>
            </a:r>
          </a:p>
          <a:p>
            <a:pPr lvl="1"/>
            <a:r>
              <a:rPr lang="en-US" dirty="0"/>
              <a:t>Apply theoretical knowledge in practical ways</a:t>
            </a:r>
          </a:p>
          <a:p>
            <a:r>
              <a:rPr lang="en-US" dirty="0"/>
              <a:t>Problem solving and troubleshooting</a:t>
            </a:r>
          </a:p>
          <a:p>
            <a:pPr lvl="1"/>
            <a:r>
              <a:rPr lang="en-US" dirty="0"/>
              <a:t>Identify and fix issues in design, programming</a:t>
            </a:r>
          </a:p>
          <a:p>
            <a:pPr lvl="1"/>
            <a:r>
              <a:rPr lang="en-US" dirty="0"/>
              <a:t>Iterative testing</a:t>
            </a:r>
          </a:p>
          <a:p>
            <a:r>
              <a:rPr lang="en-US" dirty="0"/>
              <a:t>Teamwork and project management</a:t>
            </a:r>
          </a:p>
          <a:p>
            <a:pPr lvl="1"/>
            <a:r>
              <a:rPr lang="en-US" dirty="0"/>
              <a:t>Collaborative design</a:t>
            </a:r>
          </a:p>
          <a:p>
            <a:pPr lvl="1"/>
            <a:r>
              <a:rPr lang="en-US" dirty="0"/>
              <a:t>Time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83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Robot tour Overview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2"/>
              </a:rPr>
              <a:t>https://www.soinc.org/robot-tour-c</a:t>
            </a:r>
            <a:endParaRPr lang="en-US" dirty="0"/>
          </a:p>
          <a:p>
            <a:r>
              <a:rPr lang="en-US" i="0" u="sng" dirty="0">
                <a:effectLst/>
                <a:latin typeface="gg sans"/>
                <a:hlinkClick r:id="rId3"/>
              </a:rPr>
              <a:t>Science_Olympiad_Div_C_Rules_2025_for_Web_Secured.pdf</a:t>
            </a:r>
            <a:endParaRPr lang="en-US" dirty="0"/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483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B8EB7-2200-D672-F849-A84EAB25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6EA20-654C-E256-C18C-0F50D54A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00C5155-11E0-ACE3-F47D-AD1C4E20C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https://www.soinc.org/robot-tour-c</a:t>
            </a:r>
            <a:endParaRPr lang="en-US" sz="2400" dirty="0"/>
          </a:p>
          <a:p>
            <a:r>
              <a:rPr lang="en-US" sz="2400" i="0" u="sng" dirty="0">
                <a:effectLst/>
                <a:latin typeface="gg sans"/>
                <a:hlinkClick r:id="rId3"/>
              </a:rPr>
              <a:t>Science_Olympiad_Div_C_Rules_2025_for_Web_Secured.pdf</a:t>
            </a:r>
            <a:endParaRPr lang="en-US" sz="24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1184CB-7BAA-11B7-B5E8-19AA2E2B9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67" r="2" b="2"/>
          <a:stretch/>
        </p:blipFill>
        <p:spPr>
          <a:xfrm>
            <a:off x="4883670" y="10"/>
            <a:ext cx="7306808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580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3BBC0-1BF9-F23E-53A2-99F3784B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D66F2B2-B765-EA82-6C42-457E6A1E4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B7D8-B1EB-8574-E52B-3EE4F917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A9D4235F-C569-9F0F-E156-4FE8E728A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E1DF28-8E48-7937-767A-F27E03BB3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E676-398C-1E7B-4C04-8507581964BD}"/>
              </a:ext>
            </a:extLst>
          </p:cNvPr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Build an autonomous Robotic Vehicle to navigate a track </a:t>
            </a:r>
          </a:p>
          <a:p>
            <a:pPr lvl="1"/>
            <a:r>
              <a:rPr lang="en-US" dirty="0"/>
              <a:t>Not Remote Controlled</a:t>
            </a:r>
          </a:p>
          <a:p>
            <a:pPr lvl="1"/>
            <a:r>
              <a:rPr lang="en-US" dirty="0"/>
              <a:t>Event goals allow low cost robot kits to be competitive •</a:t>
            </a:r>
          </a:p>
          <a:p>
            <a:r>
              <a:rPr lang="en-US" dirty="0"/>
              <a:t>Powered by up to 6 AA or AAA batteries</a:t>
            </a:r>
          </a:p>
          <a:p>
            <a:r>
              <a:rPr lang="en-US" dirty="0"/>
              <a:t>Must completely fit in a 30cm by 30cm space of any height</a:t>
            </a:r>
          </a:p>
          <a:p>
            <a:r>
              <a:rPr lang="en-US" dirty="0"/>
              <a:t>•1/4” to 3/8” Dowel attached to front of Robotic Vehicle</a:t>
            </a:r>
          </a:p>
          <a:p>
            <a:r>
              <a:rPr lang="en-US" dirty="0"/>
              <a:t>Sensors</a:t>
            </a:r>
          </a:p>
          <a:p>
            <a:r>
              <a:rPr lang="en-US" dirty="0"/>
              <a:t>Alignment device</a:t>
            </a:r>
          </a:p>
        </p:txBody>
      </p:sp>
    </p:spTree>
    <p:extLst>
      <p:ext uri="{BB962C8B-B14F-4D97-AF65-F5344CB8AC3E}">
        <p14:creationId xmlns:p14="http://schemas.microsoft.com/office/powerpoint/2010/main" val="135477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4F70D-E63E-9589-B556-6BFFDE84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95DAEEF-51AB-06C6-1E91-729DB995F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3E284-7B57-7DC1-8674-038DCC0D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B68A49AE-7DB3-483A-6A22-9FE168C6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8EEA338-82F7-0274-A32B-80280D63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competition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9CDD-7B5B-CABB-2395-A551713572FD}"/>
              </a:ext>
            </a:extLst>
          </p:cNvPr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Impound</a:t>
            </a:r>
          </a:p>
          <a:p>
            <a:pPr lvl="1"/>
            <a:r>
              <a:rPr lang="en-US" dirty="0"/>
              <a:t>Track setup and target time released after impound</a:t>
            </a:r>
          </a:p>
          <a:p>
            <a:r>
              <a:rPr lang="en-US" dirty="0"/>
              <a:t>Setup Time: 10 min</a:t>
            </a:r>
          </a:p>
          <a:p>
            <a:pPr lvl="1"/>
            <a:r>
              <a:rPr lang="en-US" dirty="0"/>
              <a:t>Install batteries</a:t>
            </a:r>
          </a:p>
          <a:p>
            <a:pPr lvl="1"/>
            <a:r>
              <a:rPr lang="en-US" dirty="0"/>
              <a:t>Code and upload program</a:t>
            </a:r>
          </a:p>
          <a:p>
            <a:pPr lvl="1"/>
            <a:r>
              <a:rPr lang="en-US" dirty="0"/>
              <a:t>May only be tested provided the robot is held</a:t>
            </a:r>
          </a:p>
          <a:p>
            <a:r>
              <a:rPr lang="en-US" dirty="0"/>
              <a:t>Track Time: 8 mins</a:t>
            </a:r>
          </a:p>
          <a:p>
            <a:pPr lvl="1"/>
            <a:r>
              <a:rPr lang="en-US" dirty="0"/>
              <a:t>2 successful Runs or 3 failed runs</a:t>
            </a:r>
          </a:p>
        </p:txBody>
      </p:sp>
    </p:spTree>
    <p:extLst>
      <p:ext uri="{BB962C8B-B14F-4D97-AF65-F5344CB8AC3E}">
        <p14:creationId xmlns:p14="http://schemas.microsoft.com/office/powerpoint/2010/main" val="406205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DCF9C-06AF-480C-4466-7E37A193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D79335C-7CF9-8B94-C924-8C20D2EF0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DFFF7-AB60-8B69-0E62-4BACCBB3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A74DE632-9FEA-6B27-4094-0725BD173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D8B72AE-95F7-1BDF-B234-B8EC47A4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Track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4DE1A-BDF0-C83A-8A70-1AA966C2F87C}"/>
              </a:ext>
            </a:extLst>
          </p:cNvPr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Track Area: 200 x 250 cm</a:t>
            </a:r>
          </a:p>
          <a:p>
            <a:pPr lvl="1"/>
            <a:r>
              <a:rPr lang="en-US" dirty="0"/>
              <a:t>4x5 = 20 imaginary square zones</a:t>
            </a:r>
          </a:p>
          <a:p>
            <a:r>
              <a:rPr lang="en-US" dirty="0"/>
              <a:t>Start point</a:t>
            </a:r>
          </a:p>
          <a:p>
            <a:r>
              <a:rPr lang="en-US" dirty="0"/>
              <a:t>Target point</a:t>
            </a:r>
          </a:p>
          <a:p>
            <a:r>
              <a:rPr lang="en-US" dirty="0"/>
              <a:t>Wooden obstacles – up to 10</a:t>
            </a:r>
          </a:p>
          <a:p>
            <a:r>
              <a:rPr lang="en-US" dirty="0"/>
              <a:t>Bonus gate zones</a:t>
            </a:r>
          </a:p>
          <a:p>
            <a:pPr lvl="1"/>
            <a:r>
              <a:rPr lang="en-US" dirty="0"/>
              <a:t>Regional: 4, States: 5, nationals 6</a:t>
            </a:r>
          </a:p>
          <a:p>
            <a:pPr lvl="1"/>
            <a:r>
              <a:rPr lang="en-US" dirty="0"/>
              <a:t>One gate zone is marked “last” (-15 pts vs -30 pts)</a:t>
            </a:r>
          </a:p>
          <a:p>
            <a:r>
              <a:rPr lang="en-US" dirty="0"/>
              <a:t>Target time: 55 – 85 seconds</a:t>
            </a:r>
          </a:p>
        </p:txBody>
      </p:sp>
    </p:spTree>
    <p:extLst>
      <p:ext uri="{BB962C8B-B14F-4D97-AF65-F5344CB8AC3E}">
        <p14:creationId xmlns:p14="http://schemas.microsoft.com/office/powerpoint/2010/main" val="160395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8AF9E-AE47-1F23-A08E-2F711513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BE2687D-6671-0943-B2AB-C99C0769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94B2-BDB3-8024-BDCD-76FCB9AD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BDC00E56-5961-B6AF-2AC2-D9C3CFF91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7F2958-8753-6151-D80A-463ABD55E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Scoring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2FD5-C5BC-4D38-4E77-DF543695B065}"/>
              </a:ext>
            </a:extLst>
          </p:cNvPr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Lowest final score wins</a:t>
            </a:r>
          </a:p>
          <a:p>
            <a:r>
              <a:rPr lang="en-US" dirty="0"/>
              <a:t>Final score = Time score + Distance score + Gate bonus + Last gate bonus + Penalties</a:t>
            </a:r>
          </a:p>
          <a:p>
            <a:pPr lvl="1"/>
            <a:r>
              <a:rPr lang="en-US" dirty="0"/>
              <a:t>Time score:  200</a:t>
            </a:r>
          </a:p>
          <a:p>
            <a:pPr lvl="2"/>
            <a:r>
              <a:rPr lang="en-US" dirty="0"/>
              <a:t>Less than target time: (target time – run time) x 2</a:t>
            </a:r>
          </a:p>
          <a:p>
            <a:pPr lvl="2"/>
            <a:r>
              <a:rPr lang="en-US" dirty="0"/>
              <a:t>Greater than target time: (run time – target time</a:t>
            </a:r>
          </a:p>
          <a:p>
            <a:pPr lvl="1"/>
            <a:r>
              <a:rPr lang="en-US" dirty="0"/>
              <a:t>Gate zone bonus: -15 pts</a:t>
            </a:r>
          </a:p>
          <a:p>
            <a:pPr lvl="1"/>
            <a:r>
              <a:rPr lang="en-US" dirty="0"/>
              <a:t>Last gate zone bonus: -30 pts</a:t>
            </a:r>
          </a:p>
          <a:p>
            <a:pPr lvl="1"/>
            <a:r>
              <a:rPr lang="en-US" dirty="0"/>
              <a:t>Penalties</a:t>
            </a:r>
          </a:p>
          <a:p>
            <a:pPr lvl="2"/>
            <a:r>
              <a:rPr lang="en-US" dirty="0"/>
              <a:t>Contact(obstacles): 70 pts</a:t>
            </a:r>
          </a:p>
          <a:p>
            <a:pPr lvl="2"/>
            <a:r>
              <a:rPr lang="en-US" dirty="0"/>
              <a:t>No obstacles: 50 pts</a:t>
            </a:r>
          </a:p>
          <a:p>
            <a:pPr lvl="2"/>
            <a:r>
              <a:rPr lang="en-US" dirty="0"/>
              <a:t>Stalling: 20 pts</a:t>
            </a:r>
          </a:p>
          <a:p>
            <a:pPr lvl="2"/>
            <a:r>
              <a:rPr lang="en-US" dirty="0"/>
              <a:t>Competition violation: 150pts</a:t>
            </a:r>
          </a:p>
          <a:p>
            <a:pPr lvl="2"/>
            <a:r>
              <a:rPr lang="en-US" dirty="0"/>
              <a:t>Construction violation: 300 pts</a:t>
            </a:r>
          </a:p>
        </p:txBody>
      </p:sp>
    </p:spTree>
    <p:extLst>
      <p:ext uri="{BB962C8B-B14F-4D97-AF65-F5344CB8AC3E}">
        <p14:creationId xmlns:p14="http://schemas.microsoft.com/office/powerpoint/2010/main" val="2701695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7CDB2-E215-3772-EA6E-2036BE25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FE7A5FF-8E75-F038-248B-5EE0CAB4E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789E4-B949-66FF-7E75-F515385E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Robot tour Overview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0069BCF3-D45B-91FF-F8EA-0C34D6C4F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3EED538-F3C8-DEDC-D05C-D984CA28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Key changes and updates</a:t>
            </a:r>
          </a:p>
          <a:p>
            <a:pPr marL="0" indent="0">
              <a:buNone/>
            </a:pPr>
            <a:r>
              <a:rPr lang="en-US" sz="2200" dirty="0"/>
              <a:t>Q &amp; A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2D18-4F76-C76A-3CD3-366D80F8FA1C}"/>
              </a:ext>
            </a:extLst>
          </p:cNvPr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Track Area: 200x200 vs 200 x 250 cm</a:t>
            </a:r>
          </a:p>
          <a:p>
            <a:r>
              <a:rPr lang="en-US" dirty="0"/>
              <a:t>Target time: 55-75 secs vs 55 – 85 seconds</a:t>
            </a:r>
          </a:p>
          <a:p>
            <a:r>
              <a:rPr lang="en-US" dirty="0"/>
              <a:t>Distance score,  1 pts/cm vs 2 pts/cm</a:t>
            </a:r>
          </a:p>
          <a:p>
            <a:r>
              <a:rPr lang="en-US" dirty="0"/>
              <a:t>One more gate zone marked as “last”</a:t>
            </a:r>
          </a:p>
          <a:p>
            <a:r>
              <a:rPr lang="en-US" dirty="0"/>
              <a:t>Enter gate zone, forward, backward, sideways</a:t>
            </a:r>
          </a:p>
          <a:p>
            <a:r>
              <a:rPr lang="en-US" dirty="0"/>
              <a:t>Clear definition of Stalling</a:t>
            </a:r>
          </a:p>
        </p:txBody>
      </p:sp>
    </p:spTree>
    <p:extLst>
      <p:ext uri="{BB962C8B-B14F-4D97-AF65-F5344CB8AC3E}">
        <p14:creationId xmlns:p14="http://schemas.microsoft.com/office/powerpoint/2010/main" val="2233304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9CD05-9D15-15EE-AE40-FB2AAAB3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2CA237-CDBD-5E82-1405-6D08317E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92151C-4EEE-622A-79A6-1ED676BE9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2E18D-AD91-41CB-1480-1D1CA407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Timeline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C1F55C53-F67E-B6E1-B65E-EF3E6AB0F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B3337-BCC8-7CD3-F35E-E22B3349D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Sep – Nov</a:t>
            </a:r>
          </a:p>
          <a:p>
            <a:pPr lvl="1"/>
            <a:r>
              <a:rPr lang="en-US" dirty="0"/>
              <a:t>Theoretical study</a:t>
            </a:r>
          </a:p>
          <a:p>
            <a:pPr lvl="2"/>
            <a:r>
              <a:rPr lang="en-US" dirty="0"/>
              <a:t>Basic Mechanical principles</a:t>
            </a:r>
          </a:p>
          <a:p>
            <a:pPr lvl="2"/>
            <a:r>
              <a:rPr lang="en-US" dirty="0"/>
              <a:t>Electronics and power system basics</a:t>
            </a:r>
          </a:p>
          <a:p>
            <a:pPr lvl="2"/>
            <a:r>
              <a:rPr lang="en-US" dirty="0"/>
              <a:t>Arduino, ESP32</a:t>
            </a:r>
          </a:p>
          <a:p>
            <a:pPr lvl="2"/>
            <a:r>
              <a:rPr lang="en-US" dirty="0"/>
              <a:t>Motor, sensors and control loop systems</a:t>
            </a:r>
          </a:p>
          <a:p>
            <a:pPr lvl="1"/>
            <a:r>
              <a:rPr lang="en-US" dirty="0"/>
              <a:t>Activities</a:t>
            </a:r>
          </a:p>
          <a:p>
            <a:pPr lvl="2"/>
            <a:r>
              <a:rPr lang="en-US" dirty="0"/>
              <a:t>Programing with Arduino, motors, sensors</a:t>
            </a:r>
          </a:p>
          <a:p>
            <a:r>
              <a:rPr lang="en-US" dirty="0"/>
              <a:t>Nov 2024 – Feb 2025</a:t>
            </a:r>
          </a:p>
          <a:p>
            <a:pPr lvl="1"/>
            <a:r>
              <a:rPr lang="en-US" dirty="0"/>
              <a:t>Build</a:t>
            </a:r>
          </a:p>
          <a:p>
            <a:pPr lvl="2"/>
            <a:r>
              <a:rPr lang="en-US" dirty="0"/>
              <a:t>Build your robot</a:t>
            </a:r>
          </a:p>
          <a:p>
            <a:pPr lvl="2"/>
            <a:r>
              <a:rPr lang="en-US" dirty="0"/>
              <a:t>Build your program</a:t>
            </a:r>
          </a:p>
          <a:p>
            <a:pPr lvl="1"/>
            <a:r>
              <a:rPr lang="en-US" dirty="0"/>
              <a:t>Activities</a:t>
            </a:r>
          </a:p>
          <a:p>
            <a:pPr lvl="2"/>
            <a:r>
              <a:rPr lang="en-US" dirty="0"/>
              <a:t>Practice</a:t>
            </a:r>
          </a:p>
          <a:p>
            <a:pPr lvl="2"/>
            <a:r>
              <a:rPr lang="en-US" dirty="0"/>
              <a:t>Competitions – Invitationals, Regionals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05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Materials Resources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Event home page </a:t>
            </a:r>
            <a:r>
              <a:rPr lang="en-US" dirty="0">
                <a:hlinkClick r:id="rId3"/>
              </a:rPr>
              <a:t>https://www.soinc.org/robot-tour-c</a:t>
            </a:r>
            <a:endParaRPr lang="en-US" dirty="0"/>
          </a:p>
          <a:p>
            <a:r>
              <a:rPr lang="en-US" dirty="0"/>
              <a:t>Forum </a:t>
            </a:r>
            <a:r>
              <a:rPr lang="en-US" dirty="0">
                <a:hlinkClick r:id="rId4"/>
              </a:rPr>
              <a:t>https://scioly.org/forums/viewforum.php?f=454</a:t>
            </a:r>
            <a:endParaRPr lang="en-US" dirty="0"/>
          </a:p>
          <a:p>
            <a:r>
              <a:rPr lang="en-US" dirty="0"/>
              <a:t>FAQ </a:t>
            </a:r>
            <a:r>
              <a:rPr lang="en-US" dirty="0">
                <a:hlinkClick r:id="rId5"/>
              </a:rPr>
              <a:t>https://www.soinc.org/faq/robot-tour-div-c</a:t>
            </a:r>
            <a:endParaRPr lang="en-US" dirty="0"/>
          </a:p>
          <a:p>
            <a:r>
              <a:rPr lang="en-US" dirty="0"/>
              <a:t>Science Olympiad community discord server – robot tour channel </a:t>
            </a:r>
            <a:r>
              <a:rPr lang="en-US" b="0" i="0" dirty="0">
                <a:effectLst/>
                <a:latin typeface="inherit"/>
                <a:hlinkClick r:id="rId6" tooltip="https://discord.gg/fPXJHnm9DE"/>
              </a:rPr>
              <a:t>https://discord.gg/fPXJHnm9DE</a:t>
            </a:r>
            <a:endParaRPr lang="en-US" dirty="0"/>
          </a:p>
          <a:p>
            <a:r>
              <a:rPr lang="en-US" dirty="0" err="1"/>
              <a:t>Youtube</a:t>
            </a:r>
            <a:r>
              <a:rPr lang="en-US" dirty="0"/>
              <a:t> – search “</a:t>
            </a:r>
            <a:r>
              <a:rPr lang="en-US" dirty="0" err="1"/>
              <a:t>scioly</a:t>
            </a:r>
            <a:r>
              <a:rPr lang="en-US" dirty="0"/>
              <a:t> robot tour”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81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A0482-AF65-A9C1-FA7A-BD923F60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1DA91-99C0-D8EA-0929-611A6FDC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DEEF81-90D8-E351-EDE8-711B04276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17CEB-5B9E-C175-6EBE-E3245640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E0917BF-3A11-898A-4375-85E53D6B9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A4D9-B660-F181-52D0-0FE3DA74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Electrical</a:t>
            </a:r>
          </a:p>
          <a:p>
            <a:pPr lvl="1"/>
            <a:r>
              <a:rPr lang="en-US" dirty="0"/>
              <a:t>Batteries</a:t>
            </a:r>
          </a:p>
          <a:p>
            <a:pPr lvl="1"/>
            <a:r>
              <a:rPr lang="en-US" dirty="0"/>
              <a:t>Circuit</a:t>
            </a:r>
          </a:p>
          <a:p>
            <a:pPr lvl="1"/>
            <a:r>
              <a:rPr lang="en-US" dirty="0"/>
              <a:t>Motors</a:t>
            </a:r>
          </a:p>
          <a:p>
            <a:r>
              <a:rPr lang="en-US" dirty="0"/>
              <a:t>Tool usage</a:t>
            </a:r>
          </a:p>
          <a:p>
            <a:pPr lvl="1"/>
            <a:r>
              <a:rPr lang="en-US" dirty="0"/>
              <a:t>Cutting</a:t>
            </a:r>
          </a:p>
          <a:p>
            <a:pPr lvl="1"/>
            <a:r>
              <a:rPr lang="en-US" dirty="0"/>
              <a:t>Soldering</a:t>
            </a:r>
          </a:p>
          <a:p>
            <a:r>
              <a:rPr lang="en-US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3506448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FF396-A563-E939-050D-A6E01762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DF2AFD-B90D-605B-4492-5243ECFF4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9A23D60-FC41-4198-0462-73D3C03DA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6A632-0561-7DA7-40CB-630801A5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Team polices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77CB17-5E86-499D-6936-4EA7565B0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65CB-1863-6282-984E-73EE2F35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Rules</a:t>
            </a:r>
          </a:p>
          <a:p>
            <a:r>
              <a:rPr lang="en-US" dirty="0"/>
              <a:t>Meetings</a:t>
            </a:r>
          </a:p>
          <a:p>
            <a:r>
              <a:rPr lang="en-US" dirty="0"/>
              <a:t>Communication</a:t>
            </a:r>
          </a:p>
          <a:p>
            <a:pPr lvl="1"/>
            <a:r>
              <a:rPr lang="en-US" dirty="0"/>
              <a:t>Discord RT channel</a:t>
            </a:r>
          </a:p>
        </p:txBody>
      </p:sp>
    </p:spTree>
    <p:extLst>
      <p:ext uri="{BB962C8B-B14F-4D97-AF65-F5344CB8AC3E}">
        <p14:creationId xmlns:p14="http://schemas.microsoft.com/office/powerpoint/2010/main" val="252696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Next steps Assignments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Wrap-up</a:t>
            </a:r>
          </a:p>
          <a:p>
            <a:r>
              <a:rPr lang="en-US" dirty="0"/>
              <a:t>Final question</a:t>
            </a:r>
          </a:p>
          <a:p>
            <a:r>
              <a:rPr lang="en-US" dirty="0"/>
              <a:t>Next meeting time and location</a:t>
            </a:r>
          </a:p>
          <a:p>
            <a:r>
              <a:rPr lang="en-US" dirty="0"/>
              <a:t>Action items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account, create private repository</a:t>
            </a:r>
          </a:p>
        </p:txBody>
      </p:sp>
    </p:spTree>
    <p:extLst>
      <p:ext uri="{BB962C8B-B14F-4D97-AF65-F5344CB8AC3E}">
        <p14:creationId xmlns:p14="http://schemas.microsoft.com/office/powerpoint/2010/main" val="3282218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 dirty="0"/>
              <a:t>”Good Luck"</a:t>
            </a:r>
          </a:p>
        </p:txBody>
      </p:sp>
      <p:sp>
        <p:nvSpPr>
          <p:cNvPr id="3" name="Text 1"/>
          <p:cNvSpPr>
            <a:spLocks noGrp="1"/>
          </p:cNvSpPr>
          <p:nvPr>
            <p:ph type="subTitle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Robot tour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0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</TotalTime>
  <Words>765</Words>
  <Application>Microsoft Macintosh PowerPoint</Application>
  <PresentationFormat>Widescreen</PresentationFormat>
  <Paragraphs>198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gg sans</vt:lpstr>
      <vt:lpstr>inherit</vt:lpstr>
      <vt:lpstr>Arial</vt:lpstr>
      <vt:lpstr>Calibri</vt:lpstr>
      <vt:lpstr>Calibri Light</vt:lpstr>
      <vt:lpstr>Office Theme</vt:lpstr>
      <vt:lpstr>Robot Tour</vt:lpstr>
      <vt:lpstr>Agenda</vt:lpstr>
      <vt:lpstr>Welcome!</vt:lpstr>
      <vt:lpstr>Welcome!</vt:lpstr>
      <vt:lpstr>Welcome!</vt:lpstr>
      <vt:lpstr>Team goals</vt:lpstr>
      <vt:lpstr>Robot tour Overview</vt:lpstr>
      <vt:lpstr>Robot tour Overview</vt:lpstr>
      <vt:lpstr>Robot tour Overview</vt:lpstr>
      <vt:lpstr>Robot tour Overview</vt:lpstr>
      <vt:lpstr>Robot tour Overview</vt:lpstr>
      <vt:lpstr>Robot tour Overview</vt:lpstr>
      <vt:lpstr>Robot tour Overview</vt:lpstr>
      <vt:lpstr>Timeline Milestone</vt:lpstr>
      <vt:lpstr>Materials Resources</vt:lpstr>
      <vt:lpstr>Safety</vt:lpstr>
      <vt:lpstr>Team polices</vt:lpstr>
      <vt:lpstr>Next steps Assignments</vt:lpstr>
      <vt:lpstr>”Good Luck"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Deng</dc:creator>
  <cp:lastModifiedBy>Frank Deng</cp:lastModifiedBy>
  <cp:revision>4</cp:revision>
  <dcterms:created xsi:type="dcterms:W3CDTF">2024-09-22T15:27:59Z</dcterms:created>
  <dcterms:modified xsi:type="dcterms:W3CDTF">2024-09-23T03:41:42Z</dcterms:modified>
</cp:coreProperties>
</file>